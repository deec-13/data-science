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67" d="100"/>
          <a:sy n="67" d="100"/>
        </p:scale>
        <p:origin x="39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5E9AC-2468-46CD-86FD-98F099C689A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33FBA-877B-464B-8C17-7803DC2A23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0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Pay Gap mean 2022-2024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Pay Gap mean 2022-2024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Pay Gap mean 2022-2024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Male Pay Gross 2022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 Pay Gross 2022-2024 by Region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 Pay Gross 2023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 Pay Gross 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 Pay Gross  2022-2024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Female Pay Gross 2022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Female Pay Gross 2022-2024 by Region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Female Pay Gross 2022-2024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Female Pay Gross 2023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Female Pay Gross 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Male/Female Total STEM Jobs 2021-2022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STEM Job Title and Allocated Code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% of Total 2021-2022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Total STEM Jobs 2022-2023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Total STEM Jobs 2023-2024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% of Total 2022-2023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% of Total 2023-2024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Total STEM Jobs 2021-2024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Male/Female No. of Jobs by Year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Total Public/Private Jobs by Sex 2021-2022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Public/Private Jobs by Sex 2022-2023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Public/Private Jobs by Sex 2023-2024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Public/Private Jobs by Sex 2022-2023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Public/Private Jobs by Sex 2023-2024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Public/Private Jobs by Sex 2021-2022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1ffb01d-de6d-49af-9527-dabd40d80605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1ffb01d-de6d-49af-9527-dabd40d80605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1ffb01d-de6d-49af-9527-dabd40d80605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1ffb01d-de6d-49af-9527-dabd40d80605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1ffb01d-de6d-49af-9527-dabd40d80605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1ffb01d-de6d-49af-9527-dabd40d80605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Gender Pay Gap 2021-2024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07/01/2025 09:55:23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07/01/2025 09:40:53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ay Gap mean 2022-2024  ,Pay Gap mean 2022-2024  ,Pay Gap mean 2022-2024 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 Gap mean 2022-2024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Male Pay Gross 2022 ,Male Pay Gross 2022-2024 by Region ,Male Pay Gross 2023 ,Male Pay Gross 2024 ,Male Pay Gross  2022-2024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Male Wage by Region 2022-2024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Female Pay Gross 2022 ,Female Pay Gross 2022-2024 by Region ,Female Pay Gross 2022-2024 ,Female Pay Gross 2023 ,Female Pay Gross 2024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Female Wage by Region 2022-2024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Male/Female Total STEM Jobs 2021-2022 ,STEM Job Title and Allocated Code ,Male/Female % of Total 2021-2022 ,Male/Female Total STEM Jobs 2022-2023 ,Male/Female Total STEM Jobs 2023-2024 ,actionButton ,Male/Female % of Total 2022-2023 ,Male/Female % of Total 2023-2024 ,Male/Female Total STEM Jobs 2021-2024 ,Male/Female No. of Jobs by Yea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STEM Jobs Male to Female 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otal Public/Private Jobs by Sex 2021-2022 ,Total Public/Private Jobs by Sex 2022-2023 ,Total Public/Private Jobs by Sex 2023-2024 ,Total Public/Private Jobs by Sex 2022-2023 ,Total Public/Private Jobs by Sex 2023-2024 ,Total Public/Private Jobs by Sex 2021-2022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Public/Private Wage by Sex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332</Words>
  <Application>Microsoft Office PowerPoint</Application>
  <PresentationFormat>Widescreen</PresentationFormat>
  <Paragraphs>93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Gender Pay Gap 2021-2024</vt:lpstr>
      <vt:lpstr>Pay Gap mean 2022-2024</vt:lpstr>
      <vt:lpstr>Male Wage by Region 2022-2024</vt:lpstr>
      <vt:lpstr>Female Wage by Region 2022-2024</vt:lpstr>
      <vt:lpstr>STEM Jobs Male to Female Ratio</vt:lpstr>
      <vt:lpstr>Public/Private Wage by Sex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Darlene Couch ec2307289</cp:lastModifiedBy>
  <cp:revision>4</cp:revision>
  <dcterms:created xsi:type="dcterms:W3CDTF">2016-09-04T11:54:55Z</dcterms:created>
  <dcterms:modified xsi:type="dcterms:W3CDTF">2025-01-07T10:05:07Z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7377ac-e5ac-4c41-ba53-0bbd98a190e5_Enabled">
    <vt:lpwstr>true</vt:lpwstr>
  </property>
  <property fmtid="{D5CDD505-2E9C-101B-9397-08002B2CF9AE}" pid="3" name="MSIP_Label_917377ac-e5ac-4c41-ba53-0bbd98a190e5_SetDate">
    <vt:lpwstr>2025-01-07T10:05:07Z</vt:lpwstr>
  </property>
  <property fmtid="{D5CDD505-2E9C-101B-9397-08002B2CF9AE}" pid="4" name="MSIP_Label_917377ac-e5ac-4c41-ba53-0bbd98a190e5_Method">
    <vt:lpwstr>Standard</vt:lpwstr>
  </property>
  <property fmtid="{D5CDD505-2E9C-101B-9397-08002B2CF9AE}" pid="5" name="MSIP_Label_917377ac-e5ac-4c41-ba53-0bbd98a190e5_Name">
    <vt:lpwstr>AIP Sensitivity Labels</vt:lpwstr>
  </property>
  <property fmtid="{D5CDD505-2E9C-101B-9397-08002B2CF9AE}" pid="6" name="MSIP_Label_917377ac-e5ac-4c41-ba53-0bbd98a190e5_SiteId">
    <vt:lpwstr>de73f96d-8ea1-4b80-a6a2-5165bfd494db</vt:lpwstr>
  </property>
  <property fmtid="{D5CDD505-2E9C-101B-9397-08002B2CF9AE}" pid="7" name="MSIP_Label_917377ac-e5ac-4c41-ba53-0bbd98a190e5_ActionId">
    <vt:lpwstr>8fa6d086-3d0f-464f-92af-2932840c82ba</vt:lpwstr>
  </property>
  <property fmtid="{D5CDD505-2E9C-101B-9397-08002B2CF9AE}" pid="8" name="MSIP_Label_917377ac-e5ac-4c41-ba53-0bbd98a190e5_ContentBits">
    <vt:lpwstr>0</vt:lpwstr>
  </property>
</Properties>
</file>